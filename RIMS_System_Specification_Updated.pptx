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PROTOTYPE SPECIFICATION &amp;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966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Refrigerator &amp; Pantry</a:t>
            </a:r>
            <a:br/>
            <a:r>
              <a:t>Inventory Management Subsystem</a:t>
            </a:r>
          </a:p>
          <a:p>
            <a:pPr>
              <a:spcBef>
                <a:spcPts val="1400"/>
              </a:spcBef>
              <a:defRPr sz="1400">
                <a:solidFill>
                  <a:srgbClr val="64748B"/>
                </a:solidFill>
              </a:defRPr>
            </a:pPr>
            <a:r>
              <a:t>Real-Time Stock Logging, 6 Food Categories, FEFO Expiration Alerts &amp; Automated Reordering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663440"/>
            <a:ext cx="23317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284C7"/>
                </a:solidFill>
              </a:defRPr>
            </a:pPr>
            <a:r>
              <a:t>ARCHITECTURE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Node / Express / SQLite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4663440"/>
            <a:ext cx="23317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EA5E9"/>
                </a:solidFill>
              </a:defRPr>
            </a:pPr>
            <a:r>
              <a:t>FRONTEND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React 18 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663440"/>
            <a:ext cx="23317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STORAGE SCOPE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6 Food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4663440"/>
            <a:ext cx="2331720" cy="9144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LIVE DEPLOYMENT</a:t>
            </a:r>
          </a:p>
          <a:p>
            <a:pPr>
              <a:spcBef>
                <a:spcPts val="300"/>
              </a:spcBef>
              <a:defRPr sz="1100" b="1">
                <a:solidFill>
                  <a:srgbClr val="FFFFFF"/>
                </a:solidFill>
              </a:defRPr>
            </a:pPr>
            <a:r>
              <a:t>Vercel Cloud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1. Executive Summary &amp; Prototype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43891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1. REAL-TIME PANTRY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Tracks exact physical stock levels across 6 distinct food categories with instant balance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43891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2. BATCH &amp; SHELF-LIFE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Maintains purchase and expiration dates per intake batch to enforce First-Expired, First-Out (FEFO) usage.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2801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3. INSTANT MATERIAL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Equipped with live category dropdown filters and keyword search inside modals to locate materials immediately.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4747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4. 5 VISUAL TELEMETRY BADGES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Real-time color-coded badges: Sufficient (🟢), Low Stock (🟡), Expiring Soon (🟠), Expired (🔴), and Out of Stock (🔴).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3703320"/>
            <a:ext cx="347472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5. PROACTIVE 3-DAY 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Top alert banner flags any batch expiring within 3 days to prioritize usage and eliminate food waste.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70332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0" y="3703320"/>
            <a:ext cx="3474720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6. AUTOMATED REORDER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100">
                <a:solidFill>
                  <a:srgbClr val="1E293B"/>
                </a:solidFill>
              </a:defRPr>
            </a:pPr>
            <a:r>
              <a:t>Auto-calculates replenishment quantities when items fall below threshold, generating an instant Shopping List.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2. Food Category Architecture &amp; Storage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47472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1. FRUITS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STORAGE PROFILE:</a:t>
            </a:r>
            <a:br/>
            <a:r>
              <a:t>Temp: 4°C - 8°C | High Humidity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PROTOTYPE ITEMS:</a:t>
            </a:r>
            <a:br/>
            <a:r>
              <a:t>Apples, Bananas, Strawberries, Lemons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2. VEGETABLES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STORAGE PROFILE:</a:t>
            </a:r>
            <a:br/>
            <a:r>
              <a:t>Temp: 2°C - 6°C | High Humidity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PROTOTYPE ITEMS:</a:t>
            </a:r>
            <a:br/>
            <a:r>
              <a:t>Carrots, Spinach, Roma Tomatoes, Garlic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28016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280160"/>
            <a:ext cx="3474720" cy="438912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3. DAIRY 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1783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STORAGE PROFILE:</a:t>
            </a:r>
            <a:br/>
            <a:r>
              <a:t>Temp: 1°C - 4°C | Controlled Chill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PROTOTYPE ITEMS:</a:t>
            </a:r>
            <a:br/>
            <a:r>
              <a:t>Whole Milk, Cheddar Cheese, Butter, Heavy Cream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0332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03320"/>
            <a:ext cx="347472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4. BAKING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STORAGE PROFILE:</a:t>
            </a:r>
            <a:br/>
            <a:r>
              <a:t>Temp: 15°C - 20°C | Dry &amp; Sealed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PROTOTYPE ITEMS:</a:t>
            </a:r>
            <a:br/>
            <a:r>
              <a:t>All-Purpose Flour, Granulated Sugar, Dry Yeast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70332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3703320"/>
            <a:ext cx="3474720" cy="438912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5. DESSERT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STORAGE PROFILE:</a:t>
            </a:r>
            <a:br/>
            <a:r>
              <a:t>Temp: 2°C - 5°C | Cool / Chilled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PROTOTYPE ITEMS:</a:t>
            </a:r>
            <a:br/>
            <a:r>
              <a:t>Dark Chocolate Chips, Tart Shells, Maple Syrup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703320"/>
            <a:ext cx="3474720" cy="2240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0" y="3703320"/>
            <a:ext cx="3474720" cy="43891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6. RAW MATERIALS &amp; OTHER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42062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STORAGE PROFILE:</a:t>
            </a:r>
            <a:br/>
            <a:r>
              <a:t>Temp: 15°C - 22°C | Ambient Pantry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PROTOTYPE ITEMS:</a:t>
            </a:r>
            <a:br/>
            <a:r>
              <a:t>Olive Oil, Soy Sauce, Black Pepper, Sea Salt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3. Object-Oriented UML Class Diagram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10896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108960" cy="5303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EA5E9"/>
                </a:solidFill>
              </a:defRPr>
            </a:pPr>
            <a:r>
              <a:t>«Entity»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56231"/>
            <a:ext cx="2926079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id: int [PK]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name: string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description: string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" y="2596896"/>
            <a:ext cx="2962656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42615"/>
            <a:ext cx="2926079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getItems(): List&lt;InventoryItem&gt;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getStorageProfile(): string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7472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474720" cy="530352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EA5E9"/>
                </a:solidFill>
              </a:defRPr>
            </a:pPr>
            <a:r>
              <a:t>«Aggregate Root»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InventoryItem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856231"/>
            <a:ext cx="3291839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id: int [PK]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categoryId: int [FK]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name: string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unit: string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minThreshold: float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62272" y="2999232"/>
            <a:ext cx="3328415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59" y="3044951"/>
            <a:ext cx="3291839" cy="996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calculateCurrentStock(): float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getNearestExpiration(): Date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evaluateStatus(): StatusBadge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isLowStock(): boolean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31089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12480" y="1280160"/>
            <a:ext cx="3108960" cy="5303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EA5E9"/>
                </a:solidFill>
              </a:defRPr>
            </a:pPr>
            <a:r>
              <a:t>«Entity»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InventoryTransaction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1856231"/>
            <a:ext cx="2926079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id: int [PK]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itemId: int [FK]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transactionType: 'IN'|'OUT'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quantity: float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purchaseDate: Date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expirationDate: Date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reason: string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85632" y="3401568"/>
            <a:ext cx="2962656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19" y="3447287"/>
            <a:ext cx="2926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isExpired(today: Date): boolean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isExpiringSoon(days=3): boolean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40480"/>
            <a:ext cx="310896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3840480"/>
            <a:ext cx="3108960" cy="5303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EA5E9"/>
                </a:solidFill>
              </a:defRPr>
            </a:pPr>
            <a:r>
              <a:t>«Domain Service»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AlertEngine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416552"/>
            <a:ext cx="2926079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alertHorizonDays: int = 3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- replenishmentMultiplier: float = 2.0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72" y="4956048"/>
            <a:ext cx="2962656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01768"/>
            <a:ext cx="292607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evaluateExpiringLots(): List&lt;Alert&gt;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evaluateShoppingList(): List&lt;Item&gt;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calculateReorderQty(): float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4343400"/>
            <a:ext cx="7132320" cy="1783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89120" y="4343400"/>
            <a:ext cx="7132320" cy="5303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0EA5E9"/>
                </a:solidFill>
              </a:defRPr>
            </a:pPr>
            <a:r>
              <a:t>«Data Transfer Objects»</a:t>
            </a:r>
          </a:p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TransactionPayloads (DTOs)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59" y="4919472"/>
            <a:ext cx="6949440" cy="53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+ StockInDTO: { itemId: int, quantity: float, purchaseDate: Date, expirationDate: Date, reason: string }</a:t>
            </a:r>
          </a:p>
          <a:p>
            <a:pPr>
              <a:spcBef>
                <a:spcPts val="200"/>
              </a:spcBef>
              <a:defRPr sz="850">
                <a:solidFill>
                  <a:srgbClr val="0F172A"/>
                </a:solidFill>
                <a:latin typeface="Consolas"/>
              </a:defRPr>
            </a:pPr>
            <a:r>
              <a:t>+ StockOutDTO: { itemId: int, quantity: float, reason: 'Used/Consumed' | 'Spoiled/Expired' | 'Transferred' 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62272" y="5458968"/>
            <a:ext cx="6986016" cy="13716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80559" y="550468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validateInbound(): ValidationResult</a:t>
            </a:r>
          </a:p>
          <a:p>
            <a:pPr>
              <a:spcBef>
                <a:spcPts val="200"/>
              </a:spcBef>
              <a:defRPr sz="850">
                <a:solidFill>
                  <a:srgbClr val="1E3A8A"/>
                </a:solidFill>
                <a:latin typeface="Consolas"/>
              </a:defRPr>
            </a:pPr>
            <a:r>
              <a:t>+ validateOutbound(currentStock: float): ValidationResult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20116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284C7"/>
                </a:solidFill>
              </a:defRPr>
            </a:pPr>
            <a:r>
              <a:t>1 ─── 0..*</a:t>
            </a:r>
            <a:br/>
            <a:r>
              <a:t>«has»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011680"/>
            <a:ext cx="640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 b="1">
                <a:solidFill>
                  <a:srgbClr val="0284C7"/>
                </a:solidFill>
              </a:defRPr>
            </a:pPr>
            <a:r>
              <a:t>1 ─── 0..*</a:t>
            </a:r>
            <a:br/>
            <a:r>
              <a:t>«logs»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4. Class-Responsibility-Collaborator (CRC)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8655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5029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CLASS: INVENTORYITEM   «Aggregate Root»</a:t>
            </a:r>
          </a:p>
        </p:txBody>
      </p:sp>
      <p:sp>
        <p:nvSpPr>
          <p:cNvPr id="7" name="Rectangle 6"/>
          <p:cNvSpPr/>
          <p:nvPr/>
        </p:nvSpPr>
        <p:spPr>
          <a:xfrm>
            <a:off x="7168713" y="1847088"/>
            <a:ext cx="13716" cy="87782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47088"/>
            <a:ext cx="6208593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RESPONSIBILITIES (What it Knows &amp; Does):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Maintains ingredient identity, category FK, unit, and min threshold.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Calculates live aggregate stock from transaction history (IN - OUT).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Determines nearest expiration date across active positive batches.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Evaluates visual health status badge (Sufficient, Low Stock, Expired).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0153" y="1847088"/>
            <a:ext cx="410858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COLLABORATORS: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Category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InventoryTransaction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AlertEngine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44368"/>
            <a:ext cx="10728655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944368"/>
            <a:ext cx="10728655" cy="50292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CLASS: INVENTORYTRANSACTION   «Entity»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8713" y="3511296"/>
            <a:ext cx="13716" cy="87782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11296"/>
            <a:ext cx="6208593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284C7"/>
                </a:solidFill>
              </a:defRPr>
            </a:pPr>
            <a:r>
              <a:t>RESPONSIBILITIES (What it Knows &amp; Does):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Records atomic stock intake ('IN') with batch purchase &amp; expiry dates.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Logs consumption/deduction ('OUT') with designated reason classification.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Validates batch expiration status against current date (FEFO rule).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Preserves immutable audit trail of all physical pantry movements.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0153" y="3511296"/>
            <a:ext cx="410858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COLLABORATORS: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InventoryItem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08576"/>
            <a:ext cx="10728655" cy="153619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608576"/>
            <a:ext cx="10728655" cy="5029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CLASS: ALERTENGINE   «Domain Service»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68713" y="5175504"/>
            <a:ext cx="13716" cy="87782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175504"/>
            <a:ext cx="6208593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10B981"/>
                </a:solidFill>
              </a:defRPr>
            </a:pPr>
            <a:r>
              <a:t>RESPONSIBILITIES (What it Knows &amp; Does):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Continuously evaluates batch expiration horizons (3-day lookahead).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Emits prioritized expiration alerts for the top dashboard banner.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Scans all inventory items for deficits below minimum threshold.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Auto-generates Reorder Shopping List with replenishment quantities.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0153" y="5175504"/>
            <a:ext cx="410858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F172A"/>
                </a:solidFill>
              </a:defRPr>
            </a:pPr>
            <a:r>
              <a:t>COLLABORATORS: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InventoryItem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• InventoryTransaction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5. Inbound Stock-In Workflow &amp; Category Filter Feature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51560" y="1389888"/>
            <a:ext cx="64008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32588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1: Open Stock-In Modal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User clicks '+ In' on an inventory row or '+ Stock In' from the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2350008"/>
            <a:ext cx="64008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8600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2: Instant Category &amp; Keyword Filter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User selects a Category (e.g., 'Dairy Products') or types in the live search box. Modal dynamically filters dropdown to only matching materials.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3310128"/>
            <a:ext cx="64008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4612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3: Quantity &amp; Batch Dates Entry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User specifies intake quantity, purchase date, and batch expiration date.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51560" y="4270248"/>
            <a:ext cx="64008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0624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4: Reason Tagging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User selects reason: 'Initial Stock / Regular Purchase', 'Supplier Restock', or 'Fresh Produce Restock'.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2064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560" y="5230368"/>
            <a:ext cx="640080" cy="6400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66360"/>
            <a:ext cx="9235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Step 5: Database Commit &amp; Real-Time Sync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POST /api/transactions/in logs the transaction, updates stock totals, and refreshes the UI dashboard instantly.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6. Outbound Stock-Out Workflow &amp; Validation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3891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STOCK-OUT EXECUTION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EF4444"/>
                </a:solidFill>
              </a:defRPr>
            </a:pPr>
            <a:r>
              <a:t>1. Material Selection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User filters by category or searches item name inside the Stock-Out modal.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2. Stock Sufficiency Check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Modal validates that deduction quantity &lt;= available stock balance. Over-deductions are blocked with an error banner.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3. Reason Classification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User selects one of 3 clean reasons: 'Used / Consumed', 'Spoiled / Expired', or 'Transferred'.</a:t>
            </a:r>
          </a:p>
          <a:p>
            <a:pPr>
              <a:spcBef>
                <a:spcPts val="800"/>
              </a:spcBef>
              <a:defRPr sz="1100" b="1">
                <a:solidFill>
                  <a:srgbClr val="EF4444"/>
                </a:solidFill>
              </a:defRPr>
            </a:pPr>
            <a:r>
              <a:t>4. Atomic Deduction Commit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POST /api/transactions/out writes the 'OUT' transaction and updates the item's balance.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3891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DEDUCTION REASON DEFINITIONS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3A8A"/>
                </a:solidFill>
              </a:defRPr>
            </a:pPr>
            <a:r>
              <a:t>• Used / Consumed (Default)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Standard culinary usage: ingredients cooked, eaten, or prepared for meals.</a:t>
            </a:r>
          </a:p>
          <a:p>
            <a:pPr>
              <a:spcBef>
                <a:spcPts val="1200"/>
              </a:spcBef>
              <a:defRPr sz="1100" b="1">
                <a:solidFill>
                  <a:srgbClr val="1E3A8A"/>
                </a:solidFill>
              </a:defRPr>
            </a:pPr>
            <a:r>
              <a:t>• Spoiled / Expired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Discarded inventory: food that reached past expiration, spoiled, or went bad.</a:t>
            </a:r>
          </a:p>
          <a:p>
            <a:pPr>
              <a:spcBef>
                <a:spcPts val="1200"/>
              </a:spcBef>
              <a:defRPr sz="1100" b="1">
                <a:solidFill>
                  <a:srgbClr val="1E3A8A"/>
                </a:solidFill>
              </a:defRPr>
            </a:pPr>
            <a:r>
              <a:t>• Transferred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Relocated inventory: stock transferred to another kitchen, station, or storage area.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7. Real-Time Telemetry &amp; 5 Status Badges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417320"/>
            <a:ext cx="320040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32588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SUFFICIENT (Green Badge)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Trigger: current_stock &gt;= min_threshold &amp; No Expiring Batches   •   Healthy stock level; no immediate action required.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24028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2377440"/>
            <a:ext cx="320040" cy="59436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28600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AB308"/>
                </a:solidFill>
              </a:defRPr>
            </a:pPr>
            <a:r>
              <a:t>LOW_STOCK (Yellow Badge)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Trigger: 0 &lt; current_stock &lt; min_threshold   •   Inventory running low; automatically added to Reorder Shopping List.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0040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3337560"/>
            <a:ext cx="320040" cy="5943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08760" y="324612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EXPIRING_SOON (Orange Badge)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Trigger: 0 &lt; (expiration_date - TODAY) &lt;= 3 Days   •   Batch near expiration; highlighted in top banner to prioritize usage.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052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4297680"/>
            <a:ext cx="320040" cy="5943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08760" y="420624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</a:defRPr>
            </a:pPr>
            <a:r>
              <a:t>EXPIRED (Red Badge)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Trigger: Positive batch with expiration_date &lt; TODAY   •   Batch past expiration; flagged for immediate inspection or discard.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120640"/>
            <a:ext cx="103327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5257800"/>
            <a:ext cx="320040" cy="59436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08760" y="51663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OUT_OF_STOCK (Red Badge)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Trigger: current_stock &lt;= 0   •   Completely depleted; urgent restock required.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8. Automated Reorder Shopping List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3891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REORDER CALCULATION FORMULA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284C7"/>
                </a:solidFill>
              </a:defRPr>
            </a:pPr>
            <a:r>
              <a:t>Replenishment Target Formula:</a:t>
            </a:r>
          </a:p>
          <a:p>
            <a:pPr>
              <a:spcBef>
                <a:spcPts val="400"/>
              </a:spcBef>
              <a:defRPr sz="1000">
                <a:solidFill>
                  <a:srgbClr val="0F172A"/>
                </a:solidFill>
                <a:latin typeface="Consolas"/>
              </a:defRPr>
            </a:pPr>
            <a:r>
              <a:t>Target Stock Level = 2 × min_threshold</a:t>
            </a:r>
            <a:br/>
            <a:r>
              <a:t>Suggested Reorder = MAX(1, Target - Current Stock)</a:t>
            </a:r>
          </a:p>
          <a:p>
            <a:br/>
            <a:pPr>
              <a:defRPr sz="1100" b="1">
                <a:solidFill>
                  <a:srgbClr val="0284C7"/>
                </a:solidFill>
              </a:defRPr>
            </a:pPr>
            <a:r>
              <a:t>Example Calculation:</a:t>
            </a:r>
          </a:p>
          <a:p>
            <a:pPr>
              <a:spcBef>
                <a:spcPts val="300"/>
              </a:spcBef>
              <a:defRPr sz="950">
                <a:solidFill>
                  <a:srgbClr val="1E293B"/>
                </a:solidFill>
              </a:defRPr>
            </a:pPr>
            <a:r>
              <a:t>• Item: Lemons (Min: 10 units, Current: 2 units)</a:t>
            </a:r>
            <a:br/>
            <a:r>
              <a:t>• Target: 2 × 10 = 20 units</a:t>
            </a:r>
            <a:br/>
            <a:r>
              <a:t>• Suggested Reorder: 20 - 2 = 18 units (Urgency: HIGH)</a:t>
            </a:r>
            <a:br/>
            <a:br/>
            <a:r>
              <a:t>• Item: Strawberries (Min: 1.5 kg, Current: 0 kg)</a:t>
            </a:r>
            <a:br/>
            <a:r>
              <a:t>• Target: 2 × 1.5 = 3.0 kg</a:t>
            </a:r>
            <a:br/>
            <a:r>
              <a:t>• Suggested Reorder: 3.0 kg (Urgency: CRITICAL)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SHOPPING LIST UI &amp; 1-CLICK QUICK RESTOCK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0B981"/>
                </a:solidFill>
              </a:defRPr>
            </a:pPr>
            <a:r>
              <a:t>✔ ⚡ 1-Click Instant Restock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Click '+[Qty]' directly in modal to stock in suggested quantity without leaving the view.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✔ Real-Time Red Badge Counter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Header badge automatically tracks the exact count of items requiring restocking.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✔ Search Inside Modal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Instant search bar allows quick filtering of large shopping lists by name or category.</a:t>
            </a:r>
          </a:p>
          <a:p>
            <a:pPr>
              <a:spcBef>
                <a:spcPts val="800"/>
              </a:spcBef>
              <a:defRPr sz="1100" b="1">
                <a:solidFill>
                  <a:srgbClr val="10B981"/>
                </a:solidFill>
              </a:defRPr>
            </a:pPr>
            <a:r>
              <a:t>✔ Print / Export Support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One-click 'Print / Export List' formats the table cleanly for mobile or physical grocery shopping.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9. Core Modules &amp; Code Implementation Breakdown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3891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BACKEND MODULES (NODE / EXPRESS / SQLITE)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0284C7"/>
                </a:solidFill>
              </a:defRPr>
            </a:pPr>
            <a:r>
              <a:t>• server.js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Express REST server hosting /api/categories, /api/items, /api/transactions/in, /api/transactions/out, /api/dashboard/summary, and /api/alerts/*.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• db.js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SQLite database connection manager with async run(), get(), all() helper wrappers and auto-initialization.</a:t>
            </a:r>
          </a:p>
          <a:p>
            <a:pPr>
              <a:spcBef>
                <a:spcPts val="600"/>
              </a:spcBef>
              <a:defRPr sz="1050" b="1">
                <a:solidFill>
                  <a:srgbClr val="0284C7"/>
                </a:solidFill>
              </a:defRPr>
            </a:pPr>
            <a:r>
              <a:t>• schema.sql &amp; seed.sql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DDL script defining categories, items, and inventory_transactions with realistic sample items.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4892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43891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FRONTEND MODULES (REACT 18 + VITE)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37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050" b="1">
                <a:solidFill>
                  <a:srgbClr val="1E3A8A"/>
                </a:solidFill>
              </a:defRPr>
            </a:pPr>
            <a:r>
              <a:t>• App.jsx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Root orchestrator managing live data fetch, search/category state, alert banners, and modal sync.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t>• StockInModal.jsx / StockOutModal.jsx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Modals featuring live category dropdown filtering, keyword search, and validation.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t>• InventoryTable.jsx &amp; CategoryGrid.jsx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Renderable interactive tables and cards with color-coded status badges.</a:t>
            </a:r>
          </a:p>
          <a:p>
            <a:pPr>
              <a:spcBef>
                <a:spcPts val="600"/>
              </a:spcBef>
              <a:defRPr sz="1050" b="1">
                <a:solidFill>
                  <a:srgbClr val="1E3A8A"/>
                </a:solidFill>
              </a:defRPr>
            </a:pPr>
            <a:r>
              <a:t>• ShoppingListModal.jsx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Reorder modal displaying low-stock items with 1-click Quick Restock and export tools.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</a:defRPr>
            </a:pPr>
            <a:r>
              <a:t>PROTOTYPE SYSTEM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10. Summary &amp; Live Prototype Deployment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61872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261872"/>
            <a:ext cx="5029200" cy="43891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1. ACCURATE STOCK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75564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1E293B"/>
                </a:solidFill>
              </a:defRPr>
            </a:pPr>
            <a:r>
              <a:t>Maintains exact real-time quantities and batch expiration dates across all 6 food groups with zero data loss.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61872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261872"/>
            <a:ext cx="5029200" cy="43891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2. INSTANT MATERIAL 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5564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1E293B"/>
                </a:solidFill>
              </a:defRPr>
            </a:pPr>
            <a:r>
              <a:t>Category filter dropdowns and keyword search in Stock-In/Out modals allow users to find items in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73552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14400" y="3273552"/>
            <a:ext cx="5029200" cy="43891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3. PROACTIVE SPOILAGE PREVENTION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76732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1E293B"/>
                </a:solidFill>
              </a:defRPr>
            </a:pPr>
            <a:r>
              <a:t>3-day lookahead expiration warnings and nearest expiry tags ensure perishable ingredients are used before spoiling.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273552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17920" y="3273552"/>
            <a:ext cx="5029200" cy="43891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  4. AUTOMATED REORDERING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67328"/>
            <a:ext cx="4663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defRPr sz="1100">
                <a:solidFill>
                  <a:srgbClr val="1E293B"/>
                </a:solidFill>
              </a:defRPr>
            </a:pPr>
            <a:r>
              <a:t>Calculates required restock amounts automatically when stock falls below threshold, simplifying grocery planning.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440680"/>
            <a:ext cx="10332720" cy="8686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486400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🌐 LIVE PRODUCTION DEPLOYMENT (VERCEL)</a:t>
            </a:r>
          </a:p>
          <a:p>
            <a:pPr>
              <a:spcBef>
                <a:spcPts val="200"/>
              </a:spcBef>
              <a:defRPr sz="1500" b="1">
                <a:solidFill>
                  <a:srgbClr val="10B981"/>
                </a:solidFill>
              </a:defRPr>
            </a:pPr>
            <a:r>
              <a:t>https://refrigerator-inventory-system.vercel.app/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Refrigerator &amp; Pantry Inventory Subsystem (RIMS)   |   Prototype Engineering Specification   |   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