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18288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38404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PROTOTYPE SPECIFICATION &amp;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Refrigerator &amp; Pantry Inventory System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Smart Food Tracking, Category-Filtered Stock Management, Expiration Telemetry &amp; Auto-Reordering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24688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3566160" y="4754880"/>
            <a:ext cx="24688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17920" y="4754880"/>
            <a:ext cx="24688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4688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PROTOTYPE SYSTEM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1. Executive Summary &amp; Prototype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4747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Pantry &amp; Refrigerator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Centralizes all food items across 6 structured categories. Tracks net stock, individual intake batches, and metric units (kg, liters, units, 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3474720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Batch-Level Expiration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Records distinct purchase and expiration dates for every batch. Automatically calculates nearest expiration date across active stock.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2801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80" y="1280160"/>
            <a:ext cx="3474720" cy="3840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Instant Modal Category Filters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Interactive category selectors and keyword search inside Stock-In and Stock-Out modals for fast, immediate material location.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703320"/>
            <a:ext cx="347472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 </a:t>
            </a:r>
            <a:r>
              <a:rPr lang="en-IN" dirty="0"/>
              <a:t>Real-time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68680" y="4206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Real-time visual indicators: Sufficient (Green), Low Stock (Yellow), Expiring Soon (Orange), Expired (Red), and Out of Stock (Red).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43400" y="3703320"/>
            <a:ext cx="347472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3-Day Lookahead Expiration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206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Proactively scans active inventory and displays an urgent top alert banner for batches expiring within 3 days or already expired.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7033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55280" y="3703320"/>
            <a:ext cx="347472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Automated Reorder Shopping 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206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Automatically generates replenishment lists when stock drops below minimum thresholds, with calculated order quantities.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PROTOTYPE SYSTEM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2. Food Category Architecture &amp; Storage Classification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47472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Fruits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Recommended Temp: 4°C to 7°C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Storage Profile: Crisper storage; humidity controlled</a:t>
            </a:r>
          </a:p>
          <a:p>
            <a:pPr>
              <a:spcBef>
                <a:spcPts val="400"/>
              </a:spcBef>
              <a:defRPr sz="1050">
                <a:solidFill>
                  <a:srgbClr val="2563EB"/>
                </a:solidFill>
              </a:defRPr>
            </a:pPr>
            <a:r>
              <a:t>• Items: Gala Apples, Strawberries, Lemons, Bananas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347472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Vegetables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Recommended Temp: 2°C to 4°C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Storage Profile: Chilling-sensitive moisture preservation</a:t>
            </a:r>
          </a:p>
          <a:p>
            <a:pPr>
              <a:spcBef>
                <a:spcPts val="400"/>
              </a:spcBef>
              <a:defRPr sz="1050">
                <a:solidFill>
                  <a:srgbClr val="2563EB"/>
                </a:solidFill>
              </a:defRPr>
            </a:pPr>
            <a:r>
              <a:t>• Items: Baby Spinach, Carrots, Yellow Onions, Garlic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2801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80" y="1280160"/>
            <a:ext cx="34747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Dairy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Recommended Temp: 1°C to 3°C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Storage Profile: Strict cold-chain refrigeration</a:t>
            </a:r>
          </a:p>
          <a:p>
            <a:pPr>
              <a:spcBef>
                <a:spcPts val="400"/>
              </a:spcBef>
              <a:defRPr sz="1050">
                <a:solidFill>
                  <a:srgbClr val="2563EB"/>
                </a:solidFill>
              </a:defRPr>
            </a:pPr>
            <a:r>
              <a:t>• Items: Whole Milk, Cheddar Cheese, Butter, Heavy Cream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703320"/>
            <a:ext cx="347472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Baking 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Recommended Temp: 15°C to 20°C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Storage Profile: Dry pantry storage; sealed bins</a:t>
            </a:r>
          </a:p>
          <a:p>
            <a:pPr>
              <a:spcBef>
                <a:spcPts val="400"/>
              </a:spcBef>
              <a:defRPr sz="1050">
                <a:solidFill>
                  <a:srgbClr val="2563EB"/>
                </a:solidFill>
              </a:defRPr>
            </a:pPr>
            <a:r>
              <a:t>• Items: Flour, Granulated Sugar, Active Dry Yeast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43400" y="3703320"/>
            <a:ext cx="347472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Dessert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160520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Recommended Temp: -18°C to 4°C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Storage Profile: Freezer &amp; chilled dessert bases</a:t>
            </a:r>
          </a:p>
          <a:p>
            <a:pPr>
              <a:spcBef>
                <a:spcPts val="400"/>
              </a:spcBef>
              <a:defRPr sz="1050">
                <a:solidFill>
                  <a:srgbClr val="2563EB"/>
                </a:solidFill>
              </a:defRPr>
            </a:pPr>
            <a:r>
              <a:t>• Items: Dark Chocolate Chips, Tart Pastry Shells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7033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55280" y="3703320"/>
            <a:ext cx="3474720" cy="3840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6. Raw Materials &amp; Other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160520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Recommended Temp: Ambient / Chilled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Storage Profile: Cooking staples, oils, seasonings, proteins</a:t>
            </a:r>
          </a:p>
          <a:p>
            <a:pPr>
              <a:spcBef>
                <a:spcPts val="400"/>
              </a:spcBef>
              <a:defRPr sz="1050">
                <a:solidFill>
                  <a:srgbClr val="2563EB"/>
                </a:solidFill>
              </a:defRPr>
            </a:pPr>
            <a:r>
              <a:t>• Items: Chicken Breast, Olive Oil, Black Pepper, Soy Sauce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PROTOTYPE SYSTEM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 Object-Oriented UML Class Diagram</a:t>
            </a:r>
          </a:p>
        </p:txBody>
      </p:sp>
      <p:pic>
        <p:nvPicPr>
          <p:cNvPr id="5" name="Picture 4" descr="uml_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28655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Refrigerator &amp; Pantry Inventory Subsystem (RIMS)   |   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PROTOTYPE SYSTEM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4. Class-Responsibility-Collaborator (CRC) Cards</a:t>
            </a:r>
          </a:p>
        </p:txBody>
      </p:sp>
      <p:pic>
        <p:nvPicPr>
          <p:cNvPr id="5" name="Picture 4" descr="crc_card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28655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Refrigerator &amp; Pantry Inventory Subsystem (RIMS)   |   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PROTOTYPE SYSTEM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7. Inbound Stock-In Workflow &amp; Category Filter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8016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51560" y="1389888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25880"/>
            <a:ext cx="9235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1: Open Stock-In Modal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User clicks '+ In' on an inventory row or '+ Stock In' from the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4028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51560" y="2350008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86000"/>
            <a:ext cx="9235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2: Instant Category &amp; Keyword Filter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User selects a Category (e.g., 'Dairy Products') or types in the live search box. Modal dynamically filters dropdown to only matching materials.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0040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51560" y="3310128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46120"/>
            <a:ext cx="9235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3: Quantity &amp; Batch Dates Entry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User specifies intake quantity, purchase date, and batch expiration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6052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51560" y="4270248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06240"/>
            <a:ext cx="9235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4: Reason Tagging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User selects reason: 'Initial Stock / Regular Purchase', 'Supplier Restock', or 'Fresh Produce Restock'.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12064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51560" y="5230368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66360"/>
            <a:ext cx="9235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5: Database Commit &amp; Real-Time Sync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POST /api/transactions/in logs the transaction, updates stock totals, and refreshes the UI dashboard instantly.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PROTOTYPE SYSTEM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8. Outbound Stock-Out Workflow &amp; Validation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21208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Stock-Out Execution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EF4444"/>
                </a:solidFill>
              </a:defRPr>
            </a:pPr>
            <a:r>
              <a:t>1. Material Selection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User filters by category or searches item name inside the Stock-Out modal.</a:t>
            </a:r>
          </a:p>
          <a:p>
            <a:pPr>
              <a:spcBef>
                <a:spcPts val="800"/>
              </a:spcBef>
              <a:defRPr sz="1100" b="1">
                <a:solidFill>
                  <a:srgbClr val="EF4444"/>
                </a:solidFill>
              </a:defRPr>
            </a:pPr>
            <a:r>
              <a:t>2. Stock Sufficiency Check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Modal validates that deduction quantity &lt;= available stock balance. Over-deductions are blocked with an error banner.</a:t>
            </a:r>
          </a:p>
          <a:p>
            <a:pPr>
              <a:spcBef>
                <a:spcPts val="800"/>
              </a:spcBef>
              <a:defRPr sz="1100" b="1">
                <a:solidFill>
                  <a:srgbClr val="EF4444"/>
                </a:solidFill>
              </a:defRPr>
            </a:pPr>
            <a:r>
              <a:t>3. Reason Classification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User selects one of 3 clean reasons: 'Used / Consumed', 'Spoiled / Expired', or 'Transferred'.</a:t>
            </a:r>
          </a:p>
          <a:p>
            <a:pPr>
              <a:spcBef>
                <a:spcPts val="800"/>
              </a:spcBef>
              <a:defRPr sz="1100" b="1">
                <a:solidFill>
                  <a:srgbClr val="EF4444"/>
                </a:solidFill>
              </a:defRPr>
            </a:pPr>
            <a:r>
              <a:t>4. Atomic Deduction Commit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POST /api/transactions/out writes the 'OUT' transaction and updates the item's balance.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212080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Deduction Reason Definitions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E40AF"/>
                </a:solidFill>
              </a:defRPr>
            </a:pPr>
            <a:r>
              <a:t>• Used / Consumed (Default)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Standard culinary usage: ingredients cooked, eaten, or prepared for meals.</a:t>
            </a:r>
          </a:p>
          <a:p>
            <a:pPr>
              <a:spcBef>
                <a:spcPts val="1200"/>
              </a:spcBef>
              <a:defRPr sz="1100" b="1">
                <a:solidFill>
                  <a:srgbClr val="1E40AF"/>
                </a:solidFill>
              </a:defRPr>
            </a:pPr>
            <a:r>
              <a:t>• Spoiled / Expired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Discarded inventory: food that reached past expiration, spoiled, or went bad.</a:t>
            </a:r>
          </a:p>
          <a:p>
            <a:pPr>
              <a:spcBef>
                <a:spcPts val="1200"/>
              </a:spcBef>
              <a:defRPr sz="1100" b="1">
                <a:solidFill>
                  <a:srgbClr val="1E40AF"/>
                </a:solidFill>
              </a:defRPr>
            </a:pPr>
            <a:r>
              <a:t>• Transferred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Relocated inventory: stock transferred to another kitchen, station, or storage area.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PROTOTYPE SYSTEM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9. Real-Time Telemetry &amp; 5 Status Badges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8016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1560" y="1417320"/>
            <a:ext cx="32004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132588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SUFFICIENT (Green Badge)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Trigger: current_stock &gt;= min_threshold &amp; No Expiring Batches   •   Healthy stock level; no immediate action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4028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1560" y="2377440"/>
            <a:ext cx="320040" cy="59436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08760" y="228600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B308"/>
                </a:solidFill>
              </a:defRPr>
            </a:pPr>
            <a:r>
              <a:t>LOW_STOCK (Yellow Badge)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Trigger: 0 &lt; current_stock &lt; min_threshold   •   Inventory running low; automatically added to Reorder Shopping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0040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1560" y="3337560"/>
            <a:ext cx="32004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32461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EXPIRING_SOON (Orange Badge)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Trigger: 0 &lt; (expiration_date - TODAY) &lt;= 3 Days   •   Batch near expiration; highlighted in top banner to prioritize usage.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6052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1560" y="4297680"/>
            <a:ext cx="32004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8760" y="420624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EXPIRED (Red Badge)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Trigger: Positive batch with expiration_date &lt; TODAY   •   Batch past expiration; flagged for immediate inspection or discard.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12064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1560" y="5257800"/>
            <a:ext cx="320040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08760" y="5166360"/>
            <a:ext cx="9601200" cy="433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rPr dirty="0"/>
              <a:t>OUT_OF_STOCK (</a:t>
            </a:r>
            <a:r>
              <a:rPr lang="en-IN" dirty="0"/>
              <a:t>Basic Indication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rPr dirty="0"/>
              <a:t>Trigger: </a:t>
            </a:r>
            <a:r>
              <a:rPr dirty="0" err="1"/>
              <a:t>current_stock</a:t>
            </a:r>
            <a:r>
              <a:rPr dirty="0"/>
              <a:t> &lt;= 0   •   Completely depleted; urgent restock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PROTOTYPE SYSTEM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10. Automated Reorder Shopping List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2120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Reorder Calculation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Replenishment Target Formula:</a:t>
            </a:r>
          </a:p>
          <a:p>
            <a:pPr>
              <a:spcBef>
                <a:spcPts val="400"/>
              </a:spcBef>
              <a:defRPr sz="1000">
                <a:solidFill>
                  <a:srgbClr val="2563EB"/>
                </a:solidFill>
                <a:latin typeface="Courier New"/>
              </a:defRPr>
            </a:pPr>
            <a:r>
              <a:t>Target Stock = 2 × min_threshold</a:t>
            </a:r>
            <a:br/>
            <a:r>
              <a:t>Suggested Reorder = MAX(1, Target Stock - current_stock)</a:t>
            </a:r>
          </a:p>
          <a:p>
            <a:br/>
            <a:r>
              <a:t>Example Calculation (Lemons):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• Min Threshold: 10.0 units</a:t>
            </a:r>
            <a:br/>
            <a:r>
              <a:t>• Current Stock: 2.0 units</a:t>
            </a:r>
            <a:br/>
            <a:r>
              <a:t>• Target Level: 20.0 units</a:t>
            </a:r>
            <a:br/>
            <a:r>
              <a:t>• Suggested Reorder: 18.0 units (Urgency: HIGH)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212080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Shopping List Modal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E40AF"/>
                </a:solidFill>
              </a:defRPr>
            </a:pPr>
            <a:r>
              <a:t>✔ Automated Compilation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GET /api/alerts/shopping-list dynamically gathers all depleted items below threshold.</a:t>
            </a:r>
          </a:p>
          <a:p>
            <a:pPr>
              <a:spcBef>
                <a:spcPts val="800"/>
              </a:spcBef>
              <a:defRPr sz="1100" b="1">
                <a:solidFill>
                  <a:srgbClr val="1E40AF"/>
                </a:solidFill>
              </a:defRPr>
            </a:pPr>
            <a:r>
              <a:t>✔ One-Click Access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Top header button displays a live red badge count with total deficit items.</a:t>
            </a:r>
          </a:p>
          <a:p>
            <a:pPr>
              <a:spcBef>
                <a:spcPts val="800"/>
              </a:spcBef>
              <a:defRPr sz="1100" b="1">
                <a:solidFill>
                  <a:srgbClr val="1E40AF"/>
                </a:solidFill>
              </a:defRPr>
            </a:pPr>
            <a:r>
              <a:t>✔ Urgency Badges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Tags depleted stock (&lt;= 0) as 'CRITICAL' and low stock as 'HIGH'.</a:t>
            </a:r>
          </a:p>
          <a:p>
            <a:pPr>
              <a:spcBef>
                <a:spcPts val="800"/>
              </a:spcBef>
              <a:defRPr sz="1100" b="1">
                <a:solidFill>
                  <a:srgbClr val="1E40AF"/>
                </a:solidFill>
              </a:defRPr>
            </a:pPr>
            <a:r>
              <a:t>✔ Category Breakdown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Organizes items by category with exact units for easy in-store or online grocery purchasing.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PROTOTYPE SYSTEM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11. Core Modules &amp; Code Implementation Breakdown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2120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Backend Modules (Node / Express / SQLite)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2563EB"/>
                </a:solidFill>
              </a:defRPr>
            </a:pPr>
            <a:r>
              <a:t>• server.js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Express REST server hosting /api/categories, /api/items, /api/transactions/in, /api/transactions/out, /api/dashboard/summary, and /api/alerts/*.</a:t>
            </a:r>
          </a:p>
          <a:p>
            <a:pPr>
              <a:spcBef>
                <a:spcPts val="600"/>
              </a:spcBef>
              <a:defRPr sz="1050" b="1">
                <a:solidFill>
                  <a:srgbClr val="2563EB"/>
                </a:solidFill>
              </a:defRPr>
            </a:pPr>
            <a:r>
              <a:t>• db.js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SQLite database connection manager with async run(), get(), all() helper wrappers and auto-initialization.</a:t>
            </a:r>
          </a:p>
          <a:p>
            <a:pPr>
              <a:spcBef>
                <a:spcPts val="600"/>
              </a:spcBef>
              <a:defRPr sz="1050" b="1">
                <a:solidFill>
                  <a:srgbClr val="2563EB"/>
                </a:solidFill>
              </a:defRPr>
            </a:pPr>
            <a:r>
              <a:t>• schema.sql &amp; seed.sql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DDL script defining categories, items, and inventory_transactions with realistic sample items.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212080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Frontend Modules (React 18 + Vite)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1E40AF"/>
                </a:solidFill>
              </a:defRPr>
            </a:pPr>
            <a:r>
              <a:t>• App.jsx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Root orchestrator managing data fetch, search/category state, alert banners, and modal visibility.</a:t>
            </a:r>
          </a:p>
          <a:p>
            <a:pPr>
              <a:spcBef>
                <a:spcPts val="600"/>
              </a:spcBef>
              <a:defRPr sz="1050" b="1">
                <a:solidFill>
                  <a:srgbClr val="1E40AF"/>
                </a:solidFill>
              </a:defRPr>
            </a:pPr>
            <a:r>
              <a:t>• StockInModal.jsx / StockOutModal.jsx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Enhanced modals featuring live category dropdown filtering and instant material search.</a:t>
            </a:r>
          </a:p>
          <a:p>
            <a:pPr>
              <a:spcBef>
                <a:spcPts val="600"/>
              </a:spcBef>
              <a:defRPr sz="1050" b="1">
                <a:solidFill>
                  <a:srgbClr val="1E40AF"/>
                </a:solidFill>
              </a:defRPr>
            </a:pPr>
            <a:r>
              <a:t>• InventoryTable.jsx &amp; CategoryGrid.jsx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Renderable interactive tables and cards with color-coded status badges.</a:t>
            </a:r>
          </a:p>
          <a:p>
            <a:pPr>
              <a:spcBef>
                <a:spcPts val="600"/>
              </a:spcBef>
              <a:defRPr sz="1050" b="1">
                <a:solidFill>
                  <a:srgbClr val="1E40AF"/>
                </a:solidFill>
              </a:defRPr>
            </a:pPr>
            <a:r>
              <a:t>• ShoppingListModal.jsx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Reorder modal displaying all low-stock items with suggested replenishment quantities.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PROTOTYPE SYSTEM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12. Summary &amp; Live Prototype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61872"/>
            <a:ext cx="5029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261872"/>
            <a:ext cx="5029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Accurate Stock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55648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0F172A"/>
                </a:solidFill>
              </a:defRPr>
            </a:pPr>
            <a:r>
              <a:t>Maintains exact real-time quantities and batch expiration dates across all 6 food groups with zero data loss.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61872"/>
            <a:ext cx="5029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61872"/>
            <a:ext cx="502920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Instant Material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55648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0F172A"/>
                </a:solidFill>
              </a:defRPr>
            </a:pPr>
            <a:r>
              <a:t>Category filter dropdowns and keyword search in Stock-In/Out modals allow users to find items in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73552"/>
            <a:ext cx="5029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3273552"/>
            <a:ext cx="50292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Proactive Spoilage Prevention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67328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0F172A"/>
                </a:solidFill>
              </a:defRPr>
            </a:pPr>
            <a:r>
              <a:t>3-day lookahead expiration warnings and nearest expiry tags ensure perishable ingredients are used before spoiling.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73552"/>
            <a:ext cx="5029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273552"/>
            <a:ext cx="5029200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Automated Reordering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67328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0F172A"/>
                </a:solidFill>
              </a:defRPr>
            </a:pPr>
            <a:r>
              <a:t>Calculates required restock amounts automatically when stock falls below threshold, simplifying grocery planning.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440680"/>
            <a:ext cx="10332720" cy="8686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486400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rPr dirty="0"/>
              <a:t>🌐 LIVE PRODUCTION DEPLOYMENT (VERCEL)</a:t>
            </a:r>
          </a:p>
          <a:p>
            <a:pPr>
              <a:spcBef>
                <a:spcPts val="200"/>
              </a:spcBef>
              <a:defRPr sz="1500" b="1">
                <a:solidFill>
                  <a:srgbClr val="10B981"/>
                </a:solidFill>
              </a:defRPr>
            </a:pPr>
            <a:r>
              <a:rPr dirty="0"/>
              <a:t>https://refrigerator-inventory-system.vercel.app/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1674</Words>
  <Application>Microsoft Office PowerPoint</Application>
  <PresentationFormat>Widescreen</PresentationFormat>
  <Paragraphs>179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 J</cp:lastModifiedBy>
  <cp:revision>3</cp:revision>
  <dcterms:created xsi:type="dcterms:W3CDTF">2013-01-27T09:14:16Z</dcterms:created>
  <dcterms:modified xsi:type="dcterms:W3CDTF">2026-08-23T19:21:19Z</dcterms:modified>
  <cp:category/>
</cp:coreProperties>
</file>